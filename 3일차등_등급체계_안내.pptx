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3545"/>
    <a:srgbClr val="4269B0"/>
    <a:srgbClr val="0F1828"/>
    <a:srgbClr val="2B7BE0"/>
    <a:srgbClr val="7A7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F09A4-E786-470F-8F3B-586092BC0CF1}" v="2" dt="2026-04-23T09:27:15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bin Jung" userId="b05a37eab8bdb84f" providerId="LiveId" clId="{5F875548-5758-4B45-ACEA-EBFDE01C24B9}"/>
    <pc:docChg chg="undo custSel delSld modSld">
      <pc:chgData name="Bobin Jung" userId="b05a37eab8bdb84f" providerId="LiveId" clId="{5F875548-5758-4B45-ACEA-EBFDE01C24B9}" dt="2026-04-27T02:53:51.706" v="1753" actId="478"/>
      <pc:docMkLst>
        <pc:docMk/>
      </pc:docMkLst>
      <pc:sldChg chg="modSp mod">
        <pc:chgData name="Bobin Jung" userId="b05a37eab8bdb84f" providerId="LiveId" clId="{5F875548-5758-4B45-ACEA-EBFDE01C24B9}" dt="2026-04-23T07:11:05.289" v="1104" actId="20577"/>
        <pc:sldMkLst>
          <pc:docMk/>
          <pc:sldMk cId="0" sldId="256"/>
        </pc:sldMkLst>
        <pc:spChg chg="mod">
          <ac:chgData name="Bobin Jung" userId="b05a37eab8bdb84f" providerId="LiveId" clId="{5F875548-5758-4B45-ACEA-EBFDE01C24B9}" dt="2026-04-23T07:11:05.289" v="1104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Bobin Jung" userId="b05a37eab8bdb84f" providerId="LiveId" clId="{5F875548-5758-4B45-ACEA-EBFDE01C24B9}" dt="2026-04-27T02:53:00.022" v="1722" actId="20577"/>
        <pc:sldMkLst>
          <pc:docMk/>
          <pc:sldMk cId="0" sldId="257"/>
        </pc:sldMkLst>
        <pc:spChg chg="mod">
          <ac:chgData name="Bobin Jung" userId="b05a37eab8bdb84f" providerId="LiveId" clId="{5F875548-5758-4B45-ACEA-EBFDE01C24B9}" dt="2026-04-23T07:11:11.581" v="1108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Bobin Jung" userId="b05a37eab8bdb84f" providerId="LiveId" clId="{5F875548-5758-4B45-ACEA-EBFDE01C24B9}" dt="2026-04-27T02:53:00.022" v="1722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36.914" v="1094" actId="164"/>
          <ac:spMkLst>
            <pc:docMk/>
            <pc:sldMk cId="0" sldId="257"/>
            <ac:spMk id="6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36.914" v="1094" actId="164"/>
          <ac:spMkLst>
            <pc:docMk/>
            <pc:sldMk cId="0" sldId="257"/>
            <ac:spMk id="7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36.914" v="1094" actId="164"/>
          <ac:spMkLst>
            <pc:docMk/>
            <pc:sldMk cId="0" sldId="257"/>
            <ac:spMk id="8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36.914" v="1094" actId="164"/>
          <ac:spMkLst>
            <pc:docMk/>
            <pc:sldMk cId="0" sldId="257"/>
            <ac:spMk id="9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36.914" v="1094" actId="164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0.763" v="1095" actId="16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0.763" v="1095" actId="16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0.763" v="1095" actId="16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0.763" v="1095" actId="164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0.763" v="1095" actId="16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4.490" v="1098" actId="164"/>
          <ac:spMkLst>
            <pc:docMk/>
            <pc:sldMk cId="0" sldId="257"/>
            <ac:spMk id="16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4.490" v="1098" actId="164"/>
          <ac:spMkLst>
            <pc:docMk/>
            <pc:sldMk cId="0" sldId="257"/>
            <ac:spMk id="17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4.490" v="1098" actId="16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4.490" v="1098" actId="164"/>
          <ac:spMkLst>
            <pc:docMk/>
            <pc:sldMk cId="0" sldId="257"/>
            <ac:spMk id="19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44.490" v="1098" actId="164"/>
          <ac:spMkLst>
            <pc:docMk/>
            <pc:sldMk cId="0" sldId="257"/>
            <ac:spMk id="20" creationId="{00000000-0000-0000-0000-000000000000}"/>
          </ac:spMkLst>
        </pc:spChg>
        <pc:spChg chg="mod">
          <ac:chgData name="Bobin Jung" userId="b05a37eab8bdb84f" providerId="LiveId" clId="{5F875548-5758-4B45-ACEA-EBFDE01C24B9}" dt="2026-04-23T07:35:51.339" v="1198" actId="20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50.461" v="1101" actId="16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50.461" v="1101" actId="164"/>
          <ac:spMkLst>
            <pc:docMk/>
            <pc:sldMk cId="0" sldId="257"/>
            <ac:spMk id="28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50.461" v="1101" actId="164"/>
          <ac:spMkLst>
            <pc:docMk/>
            <pc:sldMk cId="0" sldId="257"/>
            <ac:spMk id="29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50.461" v="1101" actId="164"/>
          <ac:spMkLst>
            <pc:docMk/>
            <pc:sldMk cId="0" sldId="257"/>
            <ac:spMk id="30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33.974" v="1093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5:40.512" v="655"/>
          <ac:spMkLst>
            <pc:docMk/>
            <pc:sldMk cId="0" sldId="257"/>
            <ac:spMk id="33" creationId="{00000000-0000-0000-0000-000000000000}"/>
          </ac:spMkLst>
        </pc:spChg>
        <pc:grpChg chg="add mod">
          <ac:chgData name="Bobin Jung" userId="b05a37eab8bdb84f" providerId="LiveId" clId="{5F875548-5758-4B45-ACEA-EBFDE01C24B9}" dt="2026-04-23T07:10:36.914" v="1094" actId="164"/>
          <ac:grpSpMkLst>
            <pc:docMk/>
            <pc:sldMk cId="0" sldId="257"/>
            <ac:grpSpMk id="34" creationId="{5CA90E7E-AA90-42CB-7701-FD9144018DA1}"/>
          </ac:grpSpMkLst>
        </pc:grpChg>
        <pc:grpChg chg="add mod">
          <ac:chgData name="Bobin Jung" userId="b05a37eab8bdb84f" providerId="LiveId" clId="{5F875548-5758-4B45-ACEA-EBFDE01C24B9}" dt="2026-04-23T07:10:55.736" v="1102" actId="408"/>
          <ac:grpSpMkLst>
            <pc:docMk/>
            <pc:sldMk cId="0" sldId="257"/>
            <ac:grpSpMk id="35" creationId="{FD7958FC-AA58-835D-DDEB-1A6885982A03}"/>
          </ac:grpSpMkLst>
        </pc:grpChg>
        <pc:grpChg chg="add mod">
          <ac:chgData name="Bobin Jung" userId="b05a37eab8bdb84f" providerId="LiveId" clId="{5F875548-5758-4B45-ACEA-EBFDE01C24B9}" dt="2026-04-23T07:10:55.736" v="1102" actId="408"/>
          <ac:grpSpMkLst>
            <pc:docMk/>
            <pc:sldMk cId="0" sldId="257"/>
            <ac:grpSpMk id="36" creationId="{C6AE3264-06A9-F24F-0661-40FA31DD75ED}"/>
          </ac:grpSpMkLst>
        </pc:grpChg>
        <pc:grpChg chg="add mod">
          <ac:chgData name="Bobin Jung" userId="b05a37eab8bdb84f" providerId="LiveId" clId="{5F875548-5758-4B45-ACEA-EBFDE01C24B9}" dt="2026-04-23T07:10:50.461" v="1101" actId="164"/>
          <ac:grpSpMkLst>
            <pc:docMk/>
            <pc:sldMk cId="0" sldId="257"/>
            <ac:grpSpMk id="37" creationId="{1B791365-2377-379C-F06A-2739903BE2FB}"/>
          </ac:grpSpMkLst>
        </pc:grpChg>
      </pc:sldChg>
      <pc:sldChg chg="addSp delSp modSp mod">
        <pc:chgData name="Bobin Jung" userId="b05a37eab8bdb84f" providerId="LiveId" clId="{5F875548-5758-4B45-ACEA-EBFDE01C24B9}" dt="2026-04-23T07:40:10.860" v="1221" actId="20577"/>
        <pc:sldMkLst>
          <pc:docMk/>
          <pc:sldMk cId="0" sldId="258"/>
        </pc:sldMkLst>
        <pc:spChg chg="mod">
          <ac:chgData name="Bobin Jung" userId="b05a37eab8bdb84f" providerId="LiveId" clId="{5F875548-5758-4B45-ACEA-EBFDE01C24B9}" dt="2026-04-23T07:09:50.104" v="1083" actId="164"/>
          <ac:spMkLst>
            <pc:docMk/>
            <pc:sldMk cId="0" sldId="258"/>
            <ac:spMk id="6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50.104" v="1083" actId="164"/>
          <ac:spMkLst>
            <pc:docMk/>
            <pc:sldMk cId="0" sldId="258"/>
            <ac:spMk id="7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50.104" v="1083" actId="164"/>
          <ac:spMkLst>
            <pc:docMk/>
            <pc:sldMk cId="0" sldId="258"/>
            <ac:spMk id="8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48.109" v="1082" actId="164"/>
          <ac:spMkLst>
            <pc:docMk/>
            <pc:sldMk cId="0" sldId="258"/>
            <ac:spMk id="9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48.109" v="1082" actId="164"/>
          <ac:spMkLst>
            <pc:docMk/>
            <pc:sldMk cId="0" sldId="258"/>
            <ac:spMk id="10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48.109" v="1082" actId="16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46.767" v="1081" actId="16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46.767" v="1081" actId="164"/>
          <ac:spMkLst>
            <pc:docMk/>
            <pc:sldMk cId="0" sldId="258"/>
            <ac:spMk id="13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46.767" v="1081" actId="164"/>
          <ac:spMkLst>
            <pc:docMk/>
            <pc:sldMk cId="0" sldId="258"/>
            <ac:spMk id="14" creationId="{00000000-0000-0000-0000-000000000000}"/>
          </ac:spMkLst>
        </pc:spChg>
        <pc:spChg chg="mod">
          <ac:chgData name="Bobin Jung" userId="b05a37eab8bdb84f" providerId="LiveId" clId="{5F875548-5758-4B45-ACEA-EBFDE01C24B9}" dt="2026-04-23T07:36:00.568" v="1200" actId="20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44.202" v="1080" actId="16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Bobin Jung" userId="b05a37eab8bdb84f" providerId="LiveId" clId="{5F875548-5758-4B45-ACEA-EBFDE01C24B9}" dt="2026-04-23T07:40:10.860" v="1221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20.095" v="1039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37.624" v="1058" actId="1035"/>
          <ac:spMkLst>
            <pc:docMk/>
            <pc:sldMk cId="0" sldId="258"/>
            <ac:spMk id="30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9:37.624" v="1058" actId="1035"/>
          <ac:spMkLst>
            <pc:docMk/>
            <pc:sldMk cId="0" sldId="258"/>
            <ac:spMk id="31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0:00.959" v="1087" actId="2057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5:40.512" v="655"/>
          <ac:spMkLst>
            <pc:docMk/>
            <pc:sldMk cId="0" sldId="258"/>
            <ac:spMk id="34" creationId="{00000000-0000-0000-0000-000000000000}"/>
          </ac:spMkLst>
        </pc:spChg>
        <pc:grpChg chg="add mod">
          <ac:chgData name="Bobin Jung" userId="b05a37eab8bdb84f" providerId="LiveId" clId="{5F875548-5758-4B45-ACEA-EBFDE01C24B9}" dt="2026-04-23T07:09:44.202" v="1080" actId="164"/>
          <ac:grpSpMkLst>
            <pc:docMk/>
            <pc:sldMk cId="0" sldId="258"/>
            <ac:grpSpMk id="35" creationId="{6F88051B-AF6B-E994-43D4-3ECAE31F218C}"/>
          </ac:grpSpMkLst>
        </pc:grpChg>
        <pc:grpChg chg="add mod">
          <ac:chgData name="Bobin Jung" userId="b05a37eab8bdb84f" providerId="LiveId" clId="{5F875548-5758-4B45-ACEA-EBFDE01C24B9}" dt="2026-04-23T07:09:57.403" v="1084" actId="465"/>
          <ac:grpSpMkLst>
            <pc:docMk/>
            <pc:sldMk cId="0" sldId="258"/>
            <ac:grpSpMk id="36" creationId="{211ABCF9-A5B5-5E89-DDF5-196F64C079CC}"/>
          </ac:grpSpMkLst>
        </pc:grpChg>
        <pc:grpChg chg="add mod">
          <ac:chgData name="Bobin Jung" userId="b05a37eab8bdb84f" providerId="LiveId" clId="{5F875548-5758-4B45-ACEA-EBFDE01C24B9}" dt="2026-04-23T07:09:57.403" v="1084" actId="465"/>
          <ac:grpSpMkLst>
            <pc:docMk/>
            <pc:sldMk cId="0" sldId="258"/>
            <ac:grpSpMk id="37" creationId="{6694116F-C36D-5B08-D902-1DF5585CFFAC}"/>
          </ac:grpSpMkLst>
        </pc:grpChg>
        <pc:grpChg chg="add mod">
          <ac:chgData name="Bobin Jung" userId="b05a37eab8bdb84f" providerId="LiveId" clId="{5F875548-5758-4B45-ACEA-EBFDE01C24B9}" dt="2026-04-23T07:09:50.104" v="1083" actId="164"/>
          <ac:grpSpMkLst>
            <pc:docMk/>
            <pc:sldMk cId="0" sldId="258"/>
            <ac:grpSpMk id="38" creationId="{82568607-E426-0517-9E34-CB0AF26346BA}"/>
          </ac:grpSpMkLst>
        </pc:grpChg>
      </pc:sldChg>
      <pc:sldChg chg="addSp delSp modSp mod">
        <pc:chgData name="Bobin Jung" userId="b05a37eab8bdb84f" providerId="LiveId" clId="{5F875548-5758-4B45-ACEA-EBFDE01C24B9}" dt="2026-04-23T06:56:19.676" v="666" actId="1036"/>
        <pc:sldMkLst>
          <pc:docMk/>
          <pc:sldMk cId="0" sldId="259"/>
        </pc:sldMkLst>
        <pc:spChg chg="mod">
          <ac:chgData name="Bobin Jung" userId="b05a37eab8bdb84f" providerId="LiveId" clId="{5F875548-5758-4B45-ACEA-EBFDE01C24B9}" dt="2026-04-23T06:56:19.676" v="666" actId="1036"/>
          <ac:spMkLst>
            <pc:docMk/>
            <pc:sldMk cId="0" sldId="259"/>
            <ac:spMk id="10" creationId="{00000000-0000-0000-0000-000000000000}"/>
          </ac:spMkLst>
        </pc:spChg>
        <pc:spChg chg="add del">
          <ac:chgData name="Bobin Jung" userId="b05a37eab8bdb84f" providerId="LiveId" clId="{5F875548-5758-4B45-ACEA-EBFDE01C24B9}" dt="2026-04-23T06:53:44.772" v="647" actId="47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6:19.676" v="666" actId="10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6:19.676" v="666" actId="103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5:40.512" v="655"/>
          <ac:spMkLst>
            <pc:docMk/>
            <pc:sldMk cId="0" sldId="259"/>
            <ac:spMk id="22" creationId="{00000000-0000-0000-0000-000000000000}"/>
          </ac:spMkLst>
        </pc:spChg>
      </pc:sldChg>
      <pc:sldChg chg="addSp delSp modSp mod">
        <pc:chgData name="Bobin Jung" userId="b05a37eab8bdb84f" providerId="LiveId" clId="{5F875548-5758-4B45-ACEA-EBFDE01C24B9}" dt="2026-04-23T08:30:59.610" v="1257" actId="408"/>
        <pc:sldMkLst>
          <pc:docMk/>
          <pc:sldMk cId="0" sldId="260"/>
        </pc:sldMkLst>
        <pc:spChg chg="mod">
          <ac:chgData name="Bobin Jung" userId="b05a37eab8bdb84f" providerId="LiveId" clId="{5F875548-5758-4B45-ACEA-EBFDE01C24B9}" dt="2026-04-23T07:09:09.258" v="1032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Bobin Jung" userId="b05a37eab8bdb84f" providerId="LiveId" clId="{5F875548-5758-4B45-ACEA-EBFDE01C24B9}" dt="2026-04-23T06:44:26.497" v="453" actId="1076"/>
          <ac:spMkLst>
            <pc:docMk/>
            <pc:sldMk cId="0" sldId="260"/>
            <ac:spMk id="5" creationId="{00000000-0000-0000-0000-000000000000}"/>
          </ac:spMkLst>
        </pc:spChg>
        <pc:spChg chg="add del mod">
          <ac:chgData name="Bobin Jung" userId="b05a37eab8bdb84f" providerId="LiveId" clId="{5F875548-5758-4B45-ACEA-EBFDE01C24B9}" dt="2026-04-23T07:08:12.935" v="1022" actId="14100"/>
          <ac:spMkLst>
            <pc:docMk/>
            <pc:sldMk cId="0" sldId="260"/>
            <ac:spMk id="29" creationId="{00000000-0000-0000-0000-000000000000}"/>
          </ac:spMkLst>
        </pc:spChg>
        <pc:spChg chg="add del mod">
          <ac:chgData name="Bobin Jung" userId="b05a37eab8bdb84f" providerId="LiveId" clId="{5F875548-5758-4B45-ACEA-EBFDE01C24B9}" dt="2026-04-23T07:36:41.751" v="1203" actId="207"/>
          <ac:spMkLst>
            <pc:docMk/>
            <pc:sldMk cId="0" sldId="260"/>
            <ac:spMk id="30" creationId="{00000000-0000-0000-0000-000000000000}"/>
          </ac:spMkLst>
        </pc:spChg>
        <pc:spChg chg="add del mod">
          <ac:chgData name="Bobin Jung" userId="b05a37eab8bdb84f" providerId="LiveId" clId="{5F875548-5758-4B45-ACEA-EBFDE01C24B9}" dt="2026-04-23T07:06:15.513" v="831" actId="1038"/>
          <ac:spMkLst>
            <pc:docMk/>
            <pc:sldMk cId="0" sldId="260"/>
            <ac:spMk id="31" creationId="{00000000-0000-0000-0000-000000000000}"/>
          </ac:spMkLst>
        </pc:spChg>
        <pc:spChg chg="add del mod">
          <ac:chgData name="Bobin Jung" userId="b05a37eab8bdb84f" providerId="LiveId" clId="{5F875548-5758-4B45-ACEA-EBFDE01C24B9}" dt="2026-04-23T07:36:48.603" v="1204" actId="207"/>
          <ac:spMkLst>
            <pc:docMk/>
            <pc:sldMk cId="0" sldId="260"/>
            <ac:spMk id="32" creationId="{00000000-0000-0000-0000-000000000000}"/>
          </ac:spMkLst>
        </pc:spChg>
        <pc:spChg chg="mod topLvl">
          <ac:chgData name="Bobin Jung" userId="b05a37eab8bdb84f" providerId="LiveId" clId="{5F875548-5758-4B45-ACEA-EBFDE01C24B9}" dt="2026-04-23T08:30:32.585" v="1253" actId="164"/>
          <ac:spMkLst>
            <pc:docMk/>
            <pc:sldMk cId="0" sldId="260"/>
            <ac:spMk id="42" creationId="{00000000-0000-0000-0000-000000000000}"/>
          </ac:spMkLst>
        </pc:spChg>
        <pc:spChg chg="mod topLvl">
          <ac:chgData name="Bobin Jung" userId="b05a37eab8bdb84f" providerId="LiveId" clId="{5F875548-5758-4B45-ACEA-EBFDE01C24B9}" dt="2026-04-23T08:30:32.585" v="1253" actId="164"/>
          <ac:spMkLst>
            <pc:docMk/>
            <pc:sldMk cId="0" sldId="260"/>
            <ac:spMk id="43" creationId="{00000000-0000-0000-0000-000000000000}"/>
          </ac:spMkLst>
        </pc:spChg>
        <pc:spChg chg="add del mod">
          <ac:chgData name="Bobin Jung" userId="b05a37eab8bdb84f" providerId="LiveId" clId="{5F875548-5758-4B45-ACEA-EBFDE01C24B9}" dt="2026-04-23T08:30:52.473" v="1256" actId="408"/>
          <ac:spMkLst>
            <pc:docMk/>
            <pc:sldMk cId="0" sldId="260"/>
            <ac:spMk id="49" creationId="{00000000-0000-0000-0000-000000000000}"/>
          </ac:spMkLst>
        </pc:spChg>
        <pc:spChg chg="add del mod">
          <ac:chgData name="Bobin Jung" userId="b05a37eab8bdb84f" providerId="LiveId" clId="{5F875548-5758-4B45-ACEA-EBFDE01C24B9}" dt="2026-04-23T07:36:54.060" v="1205" actId="207"/>
          <ac:spMkLst>
            <pc:docMk/>
            <pc:sldMk cId="0" sldId="260"/>
            <ac:spMk id="50" creationId="{00000000-0000-0000-0000-000000000000}"/>
          </ac:spMkLst>
        </pc:spChg>
        <pc:spChg chg="add del mod">
          <ac:chgData name="Bobin Jung" userId="b05a37eab8bdb84f" providerId="LiveId" clId="{5F875548-5758-4B45-ACEA-EBFDE01C24B9}" dt="2026-04-23T07:09:00.864" v="1030" actId="1038"/>
          <ac:spMkLst>
            <pc:docMk/>
            <pc:sldMk cId="0" sldId="260"/>
            <ac:spMk id="51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5:40.512" v="655"/>
          <ac:spMkLst>
            <pc:docMk/>
            <pc:sldMk cId="0" sldId="260"/>
            <ac:spMk id="66" creationId="{00000000-0000-0000-0000-000000000000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75" creationId="{6B573F70-6903-068C-40F7-4D29BD159F71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76" creationId="{CC88773B-47B1-0BD1-926B-C85D9EF89E19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77" creationId="{F05FB67D-BF5B-8EFD-6873-354FDACF48EC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79" creationId="{CDAA23CF-75A1-BD33-EF49-91A29C4CF061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80" creationId="{DCCBD52F-6306-9BF8-56A7-8B590B6BE443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81" creationId="{266271D6-A265-9901-4BFB-14061987C512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83" creationId="{2AD5DD3B-8F6F-EA0F-E376-14DFB3B9ED3A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84" creationId="{0FD59B9F-85B1-CD07-C4D5-3B77E1464754}"/>
          </ac:spMkLst>
        </pc:spChg>
        <pc:spChg chg="mod">
          <ac:chgData name="Bobin Jung" userId="b05a37eab8bdb84f" providerId="LiveId" clId="{5F875548-5758-4B45-ACEA-EBFDE01C24B9}" dt="2026-04-23T07:05:03.468" v="692"/>
          <ac:spMkLst>
            <pc:docMk/>
            <pc:sldMk cId="0" sldId="260"/>
            <ac:spMk id="85" creationId="{A4BCC40A-73EE-A44A-5BDC-20583CA2AA5A}"/>
          </ac:spMkLst>
        </pc:spChg>
        <pc:spChg chg="mod">
          <ac:chgData name="Bobin Jung" userId="b05a37eab8bdb84f" providerId="LiveId" clId="{5F875548-5758-4B45-ACEA-EBFDE01C24B9}" dt="2026-04-23T07:06:40.917" v="913" actId="20577"/>
          <ac:spMkLst>
            <pc:docMk/>
            <pc:sldMk cId="0" sldId="260"/>
            <ac:spMk id="87" creationId="{09403030-FFB2-59B2-C726-66F74834177F}"/>
          </ac:spMkLst>
        </pc:spChg>
        <pc:spChg chg="mod">
          <ac:chgData name="Bobin Jung" userId="b05a37eab8bdb84f" providerId="LiveId" clId="{5F875548-5758-4B45-ACEA-EBFDE01C24B9}" dt="2026-04-23T07:05:41.642" v="737"/>
          <ac:spMkLst>
            <pc:docMk/>
            <pc:sldMk cId="0" sldId="260"/>
            <ac:spMk id="88" creationId="{DCE3DD71-E160-9D8D-F221-0CB8A5534284}"/>
          </ac:spMkLst>
        </pc:spChg>
        <pc:spChg chg="mod">
          <ac:chgData name="Bobin Jung" userId="b05a37eab8bdb84f" providerId="LiveId" clId="{5F875548-5758-4B45-ACEA-EBFDE01C24B9}" dt="2026-04-23T07:05:41.642" v="737"/>
          <ac:spMkLst>
            <pc:docMk/>
            <pc:sldMk cId="0" sldId="260"/>
            <ac:spMk id="89" creationId="{B8745D88-E80F-DC6E-9681-4A7E4D136E76}"/>
          </ac:spMkLst>
        </pc:spChg>
        <pc:grpChg chg="add mod">
          <ac:chgData name="Bobin Jung" userId="b05a37eab8bdb84f" providerId="LiveId" clId="{5F875548-5758-4B45-ACEA-EBFDE01C24B9}" dt="2026-04-23T08:30:32.585" v="1253" actId="164"/>
          <ac:grpSpMkLst>
            <pc:docMk/>
            <pc:sldMk cId="0" sldId="260"/>
            <ac:grpSpMk id="6" creationId="{9153C777-A198-A6E0-7D20-C5D112C9ED00}"/>
          </ac:grpSpMkLst>
        </pc:grpChg>
        <pc:grpChg chg="mod">
          <ac:chgData name="Bobin Jung" userId="b05a37eab8bdb84f" providerId="LiveId" clId="{5F875548-5758-4B45-ACEA-EBFDE01C24B9}" dt="2026-04-23T08:30:42.015" v="1254" actId="1076"/>
          <ac:grpSpMkLst>
            <pc:docMk/>
            <pc:sldMk cId="0" sldId="260"/>
            <ac:grpSpMk id="74" creationId="{D7189E15-2B31-1F22-E7AB-FB5EA267CC28}"/>
          </ac:grpSpMkLst>
        </pc:grpChg>
        <pc:grpChg chg="mod">
          <ac:chgData name="Bobin Jung" userId="b05a37eab8bdb84f" providerId="LiveId" clId="{5F875548-5758-4B45-ACEA-EBFDE01C24B9}" dt="2026-04-23T08:30:59.610" v="1257" actId="408"/>
          <ac:grpSpMkLst>
            <pc:docMk/>
            <pc:sldMk cId="0" sldId="260"/>
            <ac:grpSpMk id="78" creationId="{1C4EDF8F-1AF8-F814-F0A4-CD652CAFFCC6}"/>
          </ac:grpSpMkLst>
        </pc:grpChg>
        <pc:grpChg chg="add mod">
          <ac:chgData name="Bobin Jung" userId="b05a37eab8bdb84f" providerId="LiveId" clId="{5F875548-5758-4B45-ACEA-EBFDE01C24B9}" dt="2026-04-23T08:30:59.610" v="1257" actId="408"/>
          <ac:grpSpMkLst>
            <pc:docMk/>
            <pc:sldMk cId="0" sldId="260"/>
            <ac:grpSpMk id="82" creationId="{1880D2B6-5831-F0D5-6B57-4F016C900E7E}"/>
          </ac:grpSpMkLst>
        </pc:grpChg>
        <pc:grpChg chg="add mod">
          <ac:chgData name="Bobin Jung" userId="b05a37eab8bdb84f" providerId="LiveId" clId="{5F875548-5758-4B45-ACEA-EBFDE01C24B9}" dt="2026-04-23T08:30:59.610" v="1257" actId="408"/>
          <ac:grpSpMkLst>
            <pc:docMk/>
            <pc:sldMk cId="0" sldId="260"/>
            <ac:grpSpMk id="86" creationId="{2103F3A8-EC8E-AA3C-BCAC-A515B90A206C}"/>
          </ac:grpSpMkLst>
        </pc:grpChg>
      </pc:sldChg>
      <pc:sldChg chg="addSp delSp modSp mod">
        <pc:chgData name="Bobin Jung" userId="b05a37eab8bdb84f" providerId="LiveId" clId="{5F875548-5758-4B45-ACEA-EBFDE01C24B9}" dt="2026-04-23T07:39:00.920" v="1219" actId="207"/>
        <pc:sldMkLst>
          <pc:docMk/>
          <pc:sldMk cId="0" sldId="261"/>
        </pc:sldMkLst>
        <pc:spChg chg="mod">
          <ac:chgData name="Bobin Jung" userId="b05a37eab8bdb84f" providerId="LiveId" clId="{5F875548-5758-4B45-ACEA-EBFDE01C24B9}" dt="2026-04-23T07:39:00.920" v="1219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Bobin Jung" userId="b05a37eab8bdb84f" providerId="LiveId" clId="{5F875548-5758-4B45-ACEA-EBFDE01C24B9}" dt="2026-04-22T09:20:52.702" v="389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Bobin Jung" userId="b05a37eab8bdb84f" providerId="LiveId" clId="{5F875548-5758-4B45-ACEA-EBFDE01C24B9}" dt="2026-04-23T07:37:11.520" v="1207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2:10.515" v="1115" actId="20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Bobin Jung" userId="b05a37eab8bdb84f" providerId="LiveId" clId="{5F875548-5758-4B45-ACEA-EBFDE01C24B9}" dt="2026-04-23T07:37:54.083" v="1213" actId="20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Bobin Jung" userId="b05a37eab8bdb84f" providerId="LiveId" clId="{5F875548-5758-4B45-ACEA-EBFDE01C24B9}" dt="2026-04-23T07:37:50.158" v="1212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5:40.512" v="655"/>
          <ac:spMkLst>
            <pc:docMk/>
            <pc:sldMk cId="0" sldId="261"/>
            <ac:spMk id="20" creationId="{00000000-0000-0000-0000-000000000000}"/>
          </ac:spMkLst>
        </pc:spChg>
      </pc:sldChg>
      <pc:sldChg chg="addSp delSp modSp mod">
        <pc:chgData name="Bobin Jung" userId="b05a37eab8bdb84f" providerId="LiveId" clId="{5F875548-5758-4B45-ACEA-EBFDE01C24B9}" dt="2026-04-24T08:17:02.860" v="1718" actId="20577"/>
        <pc:sldMkLst>
          <pc:docMk/>
          <pc:sldMk cId="0" sldId="262"/>
        </pc:sldMkLst>
        <pc:spChg chg="mod">
          <ac:chgData name="Bobin Jung" userId="b05a37eab8bdb84f" providerId="LiveId" clId="{5F875548-5758-4B45-ACEA-EBFDE01C24B9}" dt="2026-04-23T08:36:29.419" v="1258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Bobin Jung" userId="b05a37eab8bdb84f" providerId="LiveId" clId="{5F875548-5758-4B45-ACEA-EBFDE01C24B9}" dt="2026-04-23T08:36:36.173" v="1276" actId="20577"/>
          <ac:spMkLst>
            <pc:docMk/>
            <pc:sldMk cId="0" sldId="262"/>
            <ac:spMk id="9" creationId="{00000000-0000-0000-0000-000000000000}"/>
          </ac:spMkLst>
        </pc:spChg>
        <pc:spChg chg="add mod">
          <ac:chgData name="Bobin Jung" userId="b05a37eab8bdb84f" providerId="LiveId" clId="{5F875548-5758-4B45-ACEA-EBFDE01C24B9}" dt="2026-04-24T08:17:02.860" v="1718" actId="20577"/>
          <ac:spMkLst>
            <pc:docMk/>
            <pc:sldMk cId="0" sldId="262"/>
            <ac:spMk id="12" creationId="{232F6FEA-86C0-9C16-0439-D14CF93AFE2D}"/>
          </ac:spMkLst>
        </pc:spChg>
        <pc:spChg chg="mod">
          <ac:chgData name="Bobin Jung" userId="b05a37eab8bdb84f" providerId="LiveId" clId="{5F875548-5758-4B45-ACEA-EBFDE01C24B9}" dt="2026-04-23T08:36:42.878" v="1308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Bobin Jung" userId="b05a37eab8bdb84f" providerId="LiveId" clId="{5F875548-5758-4B45-ACEA-EBFDE01C24B9}" dt="2026-04-23T08:36:58.037" v="1339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Bobin Jung" userId="b05a37eab8bdb84f" providerId="LiveId" clId="{5F875548-5758-4B45-ACEA-EBFDE01C24B9}" dt="2026-04-23T08:37:04.299" v="1381" actId="20577"/>
          <ac:spMkLst>
            <pc:docMk/>
            <pc:sldMk cId="0" sldId="262"/>
            <ac:spMk id="26" creationId="{00000000-0000-0000-0000-000000000000}"/>
          </ac:spMkLst>
        </pc:spChg>
        <pc:spChg chg="mod">
          <ac:chgData name="Bobin Jung" userId="b05a37eab8bdb84f" providerId="LiveId" clId="{5F875548-5758-4B45-ACEA-EBFDE01C24B9}" dt="2026-04-23T08:37:13.029" v="1382" actId="20577"/>
          <ac:spMkLst>
            <pc:docMk/>
            <pc:sldMk cId="0" sldId="262"/>
            <ac:spMk id="31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5:40.512" v="655"/>
          <ac:spMkLst>
            <pc:docMk/>
            <pc:sldMk cId="0" sldId="262"/>
            <ac:spMk id="34" creationId="{00000000-0000-0000-0000-000000000000}"/>
          </ac:spMkLst>
        </pc:spChg>
      </pc:sldChg>
      <pc:sldChg chg="addSp delSp modSp mod">
        <pc:chgData name="Bobin Jung" userId="b05a37eab8bdb84f" providerId="LiveId" clId="{5F875548-5758-4B45-ACEA-EBFDE01C24B9}" dt="2026-04-23T07:13:06.314" v="1197" actId="1036"/>
        <pc:sldMkLst>
          <pc:docMk/>
          <pc:sldMk cId="0" sldId="264"/>
        </pc:sldMkLst>
        <pc:spChg chg="mod">
          <ac:chgData name="Bobin Jung" userId="b05a37eab8bdb84f" providerId="LiveId" clId="{5F875548-5758-4B45-ACEA-EBFDE01C24B9}" dt="2026-04-23T06:46:20.998" v="479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Bobin Jung" userId="b05a37eab8bdb84f" providerId="LiveId" clId="{5F875548-5758-4B45-ACEA-EBFDE01C24B9}" dt="2026-04-22T09:22:04.043" v="401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Bobin Jung" userId="b05a37eab8bdb84f" providerId="LiveId" clId="{5F875548-5758-4B45-ACEA-EBFDE01C24B9}" dt="2026-04-23T06:46:30.305" v="489" actId="2057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6.314" v="1197" actId="103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3:03.489" v="1184" actId="10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Bobin Jung" userId="b05a37eab8bdb84f" providerId="LiveId" clId="{5F875548-5758-4B45-ACEA-EBFDE01C24B9}" dt="2026-04-23T07:12:50.405" v="1153" actId="20577"/>
          <ac:spMkLst>
            <pc:docMk/>
            <pc:sldMk cId="0" sldId="264"/>
            <ac:spMk id="29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5:40.512" v="655"/>
          <ac:spMkLst>
            <pc:docMk/>
            <pc:sldMk cId="0" sldId="264"/>
            <ac:spMk id="33" creationId="{00000000-0000-0000-0000-000000000000}"/>
          </ac:spMkLst>
        </pc:spChg>
      </pc:sldChg>
      <pc:sldChg chg="delSp modSp mod">
        <pc:chgData name="Bobin Jung" userId="b05a37eab8bdb84f" providerId="LiveId" clId="{5F875548-5758-4B45-ACEA-EBFDE01C24B9}" dt="2026-04-27T02:53:51.706" v="1753" actId="478"/>
        <pc:sldMkLst>
          <pc:docMk/>
          <pc:sldMk cId="0" sldId="265"/>
        </pc:sldMkLst>
        <pc:spChg chg="mod">
          <ac:chgData name="Bobin Jung" userId="b05a37eab8bdb84f" providerId="LiveId" clId="{5F875548-5758-4B45-ACEA-EBFDE01C24B9}" dt="2026-04-27T02:53:48.743" v="1752" actId="1076"/>
          <ac:spMkLst>
            <pc:docMk/>
            <pc:sldMk cId="0" sldId="265"/>
            <ac:spMk id="15" creationId="{00000000-0000-0000-0000-000000000000}"/>
          </ac:spMkLst>
        </pc:spChg>
        <pc:spChg chg="del">
          <ac:chgData name="Bobin Jung" userId="b05a37eab8bdb84f" providerId="LiveId" clId="{5F875548-5758-4B45-ACEA-EBFDE01C24B9}" dt="2026-04-27T02:53:51.706" v="1753" actId="478"/>
          <ac:spMkLst>
            <pc:docMk/>
            <pc:sldMk cId="0" sldId="265"/>
            <ac:spMk id="19" creationId="{00000000-0000-0000-0000-000000000000}"/>
          </ac:spMkLst>
        </pc:spChg>
        <pc:spChg chg="mod">
          <ac:chgData name="Bobin Jung" userId="b05a37eab8bdb84f" providerId="LiveId" clId="{5F875548-5758-4B45-ACEA-EBFDE01C24B9}" dt="2026-04-23T06:47:14.090" v="498" actId="25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Bobin Jung" userId="b05a37eab8bdb84f" providerId="LiveId" clId="{5F875548-5758-4B45-ACEA-EBFDE01C24B9}" dt="2026-04-23T06:47:18.282" v="499" actId="25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Bobin Jung" userId="b05a37eab8bdb84f" providerId="LiveId" clId="{5F875548-5758-4B45-ACEA-EBFDE01C24B9}" dt="2026-04-23T09:27:22.668" v="1694" actId="20577"/>
          <ac:spMkLst>
            <pc:docMk/>
            <pc:sldMk cId="0" sldId="265"/>
            <ac:spMk id="36" creationId="{00000000-0000-0000-0000-000000000000}"/>
          </ac:spMkLst>
        </pc:spChg>
        <pc:spChg chg="mod">
          <ac:chgData name="Bobin Jung" userId="b05a37eab8bdb84f" providerId="LiveId" clId="{5F875548-5758-4B45-ACEA-EBFDE01C24B9}" dt="2026-04-23T06:55:40.512" v="655"/>
          <ac:spMkLst>
            <pc:docMk/>
            <pc:sldMk cId="0" sldId="265"/>
            <ac:spMk id="37" creationId="{00000000-0000-0000-0000-000000000000}"/>
          </ac:spMkLst>
        </pc:spChg>
      </pc:sldChg>
      <pc:sldChg chg="modSp del mod">
        <pc:chgData name="Bobin Jung" userId="b05a37eab8bdb84f" providerId="LiveId" clId="{5F875548-5758-4B45-ACEA-EBFDE01C24B9}" dt="2026-04-27T02:53:39.069" v="1750" actId="20577"/>
        <pc:sldMkLst>
          <pc:docMk/>
          <pc:sldMk cId="0" sldId="266"/>
        </pc:sldMkLst>
        <pc:spChg chg="mod">
          <ac:chgData name="Bobin Jung" userId="b05a37eab8bdb84f" providerId="LiveId" clId="{5F875548-5758-4B45-ACEA-EBFDE01C24B9}" dt="2026-04-23T09:26:33.997" v="1661" actId="20577"/>
          <ac:spMkLst>
            <pc:docMk/>
            <pc:sldMk cId="0" sldId="266"/>
            <ac:spMk id="21" creationId="{00000000-0000-0000-0000-000000000000}"/>
          </ac:spMkLst>
        </pc:spChg>
        <pc:spChg chg="mod">
          <ac:chgData name="Bobin Jung" userId="b05a37eab8bdb84f" providerId="LiveId" clId="{5F875548-5758-4B45-ACEA-EBFDE01C24B9}" dt="2026-04-22T09:08:00.720" v="336" actId="20577"/>
          <ac:spMkLst>
            <pc:docMk/>
            <pc:sldMk cId="0" sldId="266"/>
            <ac:spMk id="24" creationId="{00000000-0000-0000-0000-000000000000}"/>
          </ac:spMkLst>
        </pc:spChg>
        <pc:spChg chg="mod">
          <ac:chgData name="Bobin Jung" userId="b05a37eab8bdb84f" providerId="LiveId" clId="{5F875548-5758-4B45-ACEA-EBFDE01C24B9}" dt="2026-04-27T02:53:39.069" v="1750" actId="20577"/>
          <ac:spMkLst>
            <pc:docMk/>
            <pc:sldMk cId="0" sldId="266"/>
            <ac:spMk id="2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B400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620-4D19-A4AB-4ED64F948C80}"/>
              </c:ext>
            </c:extLst>
          </c:dPt>
          <c:dPt>
            <c:idx val="1"/>
            <c:bubble3D val="0"/>
            <c:spPr>
              <a:solidFill>
                <a:srgbClr val="4CAF7E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620-4D19-A4AB-4ED64F948C80}"/>
              </c:ext>
            </c:extLst>
          </c:dPt>
          <c:dPt>
            <c:idx val="2"/>
            <c:bubble3D val="0"/>
            <c:spPr>
              <a:solidFill>
                <a:srgbClr val="DC3545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5620-4D19-A4AB-4ED64F948C80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20-4D19-A4AB-4ED64F948C80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20-4D19-A4AB-4ED64F948C80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20-4D19-A4AB-4ED64F948C8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 25%</c:v>
                </c:pt>
                <c:pt idx="1">
                  <c:v>B 40%</c:v>
                </c:pt>
                <c:pt idx="2">
                  <c:v>C 35%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40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620-4D19-A4AB-4ED64F948C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00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188720"/>
            <a:ext cx="2926080" cy="2926080"/>
          </a:xfrm>
          <a:prstGeom prst="ellipse">
            <a:avLst/>
          </a:prstGeom>
          <a:solidFill>
            <a:srgbClr val="0F18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1188720"/>
            <a:ext cx="4114800" cy="4114800"/>
          </a:xfrm>
          <a:prstGeom prst="ellipse">
            <a:avLst/>
          </a:prstGeom>
          <a:solidFill>
            <a:srgbClr val="0F18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영업센터 공지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차등 등급 체계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B8C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B · C · H   3일 성과 기반 판정 시스템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뇌새김영어</a:t>
            </a:r>
            <a:r>
              <a:rPr lang="en-US" sz="110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</a:t>
            </a:r>
            <a:r>
              <a:rPr lang="en-US" sz="1100" kern="0" spc="300" dirty="0">
                <a:solidFill>
                  <a:srgbClr val="B8C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대전 · 유성 센터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등급은</a:t>
            </a:r>
            <a:r>
              <a:rPr lang="en-US" sz="2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4개입니다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성과에 따라 A · B · C 중 하나가 결정됩니다.</a:t>
            </a:r>
            <a:endParaRPr lang="en-US" sz="11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CA90E7E-AA90-42CB-7701-FD9144018DA1}"/>
              </a:ext>
            </a:extLst>
          </p:cNvPr>
          <p:cNvGrpSpPr/>
          <p:nvPr/>
        </p:nvGrpSpPr>
        <p:grpSpPr>
          <a:xfrm>
            <a:off x="420624" y="1920240"/>
            <a:ext cx="1572768" cy="2240280"/>
            <a:chOff x="420624" y="1920240"/>
            <a:chExt cx="1572768" cy="2240280"/>
          </a:xfrm>
        </p:grpSpPr>
        <p:sp>
          <p:nvSpPr>
            <p:cNvPr id="6" name="Shape 4"/>
            <p:cNvSpPr/>
            <p:nvPr/>
          </p:nvSpPr>
          <p:spPr>
            <a:xfrm>
              <a:off x="420624" y="1920240"/>
              <a:ext cx="1572768" cy="1691640"/>
            </a:xfrm>
            <a:prstGeom prst="rect">
              <a:avLst/>
            </a:prstGeom>
            <a:solidFill>
              <a:srgbClr val="F5B40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420624" y="2084832"/>
              <a:ext cx="15727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400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TOP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20624" y="2194560"/>
              <a:ext cx="1572768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A</a:t>
              </a:r>
              <a:endParaRPr lang="en-US" sz="7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20624" y="3611880"/>
              <a:ext cx="1572768" cy="548640"/>
            </a:xfrm>
            <a:prstGeom prst="rect">
              <a:avLst/>
            </a:prstGeom>
            <a:solidFill>
              <a:srgbClr val="F5F6F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420624" y="3611880"/>
              <a:ext cx="157276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상위 25%</a:t>
              </a:r>
              <a:endParaRPr lang="en-US" sz="13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D7958FC-AA58-835D-DDEB-1A6885982A03}"/>
              </a:ext>
            </a:extLst>
          </p:cNvPr>
          <p:cNvGrpSpPr/>
          <p:nvPr/>
        </p:nvGrpSpPr>
        <p:grpSpPr>
          <a:xfrm>
            <a:off x="2663952" y="1920240"/>
            <a:ext cx="1572768" cy="2240280"/>
            <a:chOff x="2103120" y="1920240"/>
            <a:chExt cx="1572768" cy="2240280"/>
          </a:xfrm>
        </p:grpSpPr>
        <p:sp>
          <p:nvSpPr>
            <p:cNvPr id="11" name="Shape 9"/>
            <p:cNvSpPr/>
            <p:nvPr/>
          </p:nvSpPr>
          <p:spPr>
            <a:xfrm>
              <a:off x="2103120" y="1920240"/>
              <a:ext cx="1572768" cy="1691640"/>
            </a:xfrm>
            <a:prstGeom prst="rect">
              <a:avLst/>
            </a:prstGeom>
            <a:solidFill>
              <a:srgbClr val="4CAF7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2103120" y="2084832"/>
              <a:ext cx="15727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400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MID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103120" y="2194560"/>
              <a:ext cx="1572768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B</a:t>
              </a:r>
              <a:endParaRPr lang="en-US" sz="7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103120" y="3611880"/>
              <a:ext cx="1572768" cy="548640"/>
            </a:xfrm>
            <a:prstGeom prst="rect">
              <a:avLst/>
            </a:prstGeom>
            <a:solidFill>
              <a:srgbClr val="F5F6F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2103120" y="3611880"/>
              <a:ext cx="157276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중위 40%</a:t>
              </a:r>
              <a:endParaRPr lang="en-US" sz="13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6AE3264-06A9-F24F-0661-40FA31DD75ED}"/>
              </a:ext>
            </a:extLst>
          </p:cNvPr>
          <p:cNvGrpSpPr/>
          <p:nvPr/>
        </p:nvGrpSpPr>
        <p:grpSpPr>
          <a:xfrm>
            <a:off x="4907280" y="1920240"/>
            <a:ext cx="1572768" cy="2240280"/>
            <a:chOff x="3785616" y="1920240"/>
            <a:chExt cx="1572768" cy="2240280"/>
          </a:xfrm>
        </p:grpSpPr>
        <p:sp>
          <p:nvSpPr>
            <p:cNvPr id="16" name="Shape 14"/>
            <p:cNvSpPr/>
            <p:nvPr/>
          </p:nvSpPr>
          <p:spPr>
            <a:xfrm>
              <a:off x="3785616" y="1920240"/>
              <a:ext cx="1572768" cy="1691640"/>
            </a:xfrm>
            <a:prstGeom prst="rect">
              <a:avLst/>
            </a:prstGeom>
            <a:solidFill>
              <a:srgbClr val="DC354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3785616" y="2084832"/>
              <a:ext cx="15727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400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LOW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785616" y="2194560"/>
              <a:ext cx="1572768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</a:t>
              </a:r>
              <a:endParaRPr lang="en-US" sz="7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785616" y="3611880"/>
              <a:ext cx="1572768" cy="548640"/>
            </a:xfrm>
            <a:prstGeom prst="rect">
              <a:avLst/>
            </a:prstGeom>
            <a:solidFill>
              <a:srgbClr val="F5F6F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3785616" y="3611880"/>
              <a:ext cx="157276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1A1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하위 35%</a:t>
              </a:r>
              <a:endParaRPr lang="en-US" sz="13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B791365-2377-379C-F06A-2739903BE2FB}"/>
              </a:ext>
            </a:extLst>
          </p:cNvPr>
          <p:cNvGrpSpPr/>
          <p:nvPr/>
        </p:nvGrpSpPr>
        <p:grpSpPr>
          <a:xfrm>
            <a:off x="7150608" y="1920240"/>
            <a:ext cx="1572768" cy="2240280"/>
            <a:chOff x="7150608" y="1920240"/>
            <a:chExt cx="1572768" cy="2240280"/>
          </a:xfrm>
        </p:grpSpPr>
        <p:sp>
          <p:nvSpPr>
            <p:cNvPr id="26" name="Shape 24"/>
            <p:cNvSpPr/>
            <p:nvPr/>
          </p:nvSpPr>
          <p:spPr>
            <a:xfrm>
              <a:off x="7150608" y="1920240"/>
              <a:ext cx="1572768" cy="16916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7150608" y="2084832"/>
              <a:ext cx="15727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400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BOTTOM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150608" y="2194560"/>
              <a:ext cx="1572768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H</a:t>
              </a:r>
              <a:endParaRPr lang="en-US" sz="7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150608" y="3611880"/>
              <a:ext cx="1572768" cy="548640"/>
            </a:xfrm>
            <a:prstGeom prst="rect">
              <a:avLst/>
            </a:prstGeom>
            <a:solidFill>
              <a:srgbClr val="F5F6F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7150608" y="3611880"/>
              <a:ext cx="157276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300" b="1" dirty="0">
                  <a:solidFill>
                    <a:srgbClr val="1A1A1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4회 연속 C</a:t>
              </a:r>
              <a:endParaRPr lang="en-US" sz="13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0F18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 </a:t>
            </a: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등급 → 낮은 등급 순으로  A → B → C → 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서열은 이렇습니다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위로 갈수록 상위, 아래로 갈수록 하위 등급입니다.</a:t>
            </a:r>
            <a:endParaRPr lang="en-US" sz="11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2568607-E426-0517-9E34-CB0AF26346BA}"/>
              </a:ext>
            </a:extLst>
          </p:cNvPr>
          <p:cNvGrpSpPr/>
          <p:nvPr/>
        </p:nvGrpSpPr>
        <p:grpSpPr>
          <a:xfrm>
            <a:off x="457200" y="1874520"/>
            <a:ext cx="3840480" cy="411480"/>
            <a:chOff x="457200" y="1874520"/>
            <a:chExt cx="3840480" cy="411480"/>
          </a:xfrm>
        </p:grpSpPr>
        <p:sp>
          <p:nvSpPr>
            <p:cNvPr id="6" name="Shape 4"/>
            <p:cNvSpPr/>
            <p:nvPr/>
          </p:nvSpPr>
          <p:spPr>
            <a:xfrm>
              <a:off x="457200" y="1874520"/>
              <a:ext cx="3840480" cy="411480"/>
            </a:xfrm>
            <a:prstGeom prst="rect">
              <a:avLst/>
            </a:prstGeom>
            <a:solidFill>
              <a:srgbClr val="F5B40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1874520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A</a:t>
              </a:r>
              <a:endParaRPr lang="en-US" sz="2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188720" y="1874520"/>
              <a:ext cx="3063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최상위 · 상위 25%</a:t>
              </a:r>
              <a:endParaRPr lang="en-US" sz="11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694116F-C36D-5B08-D902-1DF5585CFFAC}"/>
              </a:ext>
            </a:extLst>
          </p:cNvPr>
          <p:cNvGrpSpPr/>
          <p:nvPr/>
        </p:nvGrpSpPr>
        <p:grpSpPr>
          <a:xfrm>
            <a:off x="457200" y="2545080"/>
            <a:ext cx="3474720" cy="411480"/>
            <a:chOff x="457200" y="2377440"/>
            <a:chExt cx="3474720" cy="411480"/>
          </a:xfrm>
        </p:grpSpPr>
        <p:sp>
          <p:nvSpPr>
            <p:cNvPr id="9" name="Shape 7"/>
            <p:cNvSpPr/>
            <p:nvPr/>
          </p:nvSpPr>
          <p:spPr>
            <a:xfrm>
              <a:off x="457200" y="2377440"/>
              <a:ext cx="3474720" cy="411480"/>
            </a:xfrm>
            <a:prstGeom prst="rect">
              <a:avLst/>
            </a:prstGeom>
            <a:solidFill>
              <a:srgbClr val="4CAF7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594360" y="2377440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B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188720" y="2377440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중위 40%</a:t>
              </a:r>
              <a:endParaRPr lang="en-US" sz="11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11ABCF9-A5B5-5E89-DDF5-196F64C079CC}"/>
              </a:ext>
            </a:extLst>
          </p:cNvPr>
          <p:cNvGrpSpPr/>
          <p:nvPr/>
        </p:nvGrpSpPr>
        <p:grpSpPr>
          <a:xfrm>
            <a:off x="457200" y="3215640"/>
            <a:ext cx="3017520" cy="411480"/>
            <a:chOff x="457200" y="2880360"/>
            <a:chExt cx="3017520" cy="411480"/>
          </a:xfrm>
        </p:grpSpPr>
        <p:sp>
          <p:nvSpPr>
            <p:cNvPr id="12" name="Shape 10"/>
            <p:cNvSpPr/>
            <p:nvPr/>
          </p:nvSpPr>
          <p:spPr>
            <a:xfrm>
              <a:off x="457200" y="2880360"/>
              <a:ext cx="3017520" cy="411480"/>
            </a:xfrm>
            <a:prstGeom prst="rect">
              <a:avLst/>
            </a:prstGeom>
            <a:solidFill>
              <a:srgbClr val="DC354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594360" y="2880360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188720" y="2880360"/>
              <a:ext cx="2240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하위 35%</a:t>
              </a:r>
              <a:endParaRPr lang="en-US" sz="11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F88051B-AF6B-E994-43D4-3ECAE31F218C}"/>
              </a:ext>
            </a:extLst>
          </p:cNvPr>
          <p:cNvGrpSpPr/>
          <p:nvPr/>
        </p:nvGrpSpPr>
        <p:grpSpPr>
          <a:xfrm>
            <a:off x="457200" y="3886200"/>
            <a:ext cx="2103120" cy="411480"/>
            <a:chOff x="457200" y="3886200"/>
            <a:chExt cx="2103120" cy="411480"/>
          </a:xfrm>
        </p:grpSpPr>
        <p:sp>
          <p:nvSpPr>
            <p:cNvPr id="18" name="Shape 16"/>
            <p:cNvSpPr/>
            <p:nvPr/>
          </p:nvSpPr>
          <p:spPr>
            <a:xfrm>
              <a:off x="457200" y="3886200"/>
              <a:ext cx="2103120" cy="411480"/>
            </a:xfrm>
            <a:prstGeom prst="rect">
              <a:avLst/>
            </a:prstGeom>
            <a:solidFill>
              <a:srgbClr val="2B7BE0"/>
            </a:solidFill>
            <a:ln>
              <a:solidFill>
                <a:srgbClr val="2B7BE0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594360" y="3886200"/>
              <a:ext cx="548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H</a:t>
              </a:r>
              <a:endParaRPr lang="en-US" sz="2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188720" y="3886200"/>
              <a:ext cx="1325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ko-KR" sz="11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4회 연속 C</a:t>
              </a:r>
              <a:endParaRPr lang="en-US" sz="110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4937760" y="1828800"/>
            <a:ext cx="3749040" cy="265176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21208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&gt;  B  &gt;  C  &gt;  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57800" y="3108960"/>
            <a:ext cx="73152" cy="73152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406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A, B 는 잘하고 있는 상태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57800" y="3401568"/>
            <a:ext cx="73152" cy="73152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40680" y="3310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는 주의 필요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57800" y="3738592"/>
            <a:ext cx="73152" cy="73152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440680" y="3647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는 신규 DB 분배 제외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0F18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 err="1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r>
              <a:rPr lang="en-US" sz="1100" b="1" kern="0" spc="3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 입사자는 입사 후 </a:t>
            </a:r>
            <a:r>
              <a:rPr lang="ko-KR" altLang="en-US" sz="11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두달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간 </a:t>
            </a:r>
            <a:r>
              <a:rPr lang="en-US" altLang="ko-KR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그룹으로 내려가지 않습니다</a:t>
            </a:r>
            <a:r>
              <a:rPr lang="en-US" altLang="ko-KR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비중 배정은 25 · 40 · 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대상 인원을 정렬한 뒤, 위에서부터  A → B → C  로 배정합니다.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920240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965960"/>
            <a:ext cx="4114800" cy="77724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0" y="1965960"/>
            <a:ext cx="91440" cy="77724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7548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5486400" y="214910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25%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572000" y="2880360"/>
            <a:ext cx="4114800" cy="77724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72000" y="2880360"/>
            <a:ext cx="91440" cy="777240"/>
          </a:xfrm>
          <a:prstGeom prst="rect">
            <a:avLst/>
          </a:prstGeom>
          <a:solidFill>
            <a:srgbClr val="4CAF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754880" y="2880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CAF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5486400" y="306350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572000" y="3794760"/>
            <a:ext cx="4114800" cy="77724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72000" y="3794760"/>
            <a:ext cx="91440" cy="7772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75488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5486400" y="397790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이렇게 바뀝니다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회차 등급과 이번 회차 결과를 함께 봅니다.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1828800"/>
            <a:ext cx="8229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1828800"/>
            <a:ext cx="8229600" cy="128016"/>
          </a:xfrm>
          <a:prstGeom prst="rect">
            <a:avLst/>
          </a:prstGeom>
          <a:solidFill>
            <a:srgbClr val="2B7B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84568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진입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4568" y="2395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00" b="1" dirty="0">
                <a:solidFill>
                  <a:srgbClr val="2B7B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4회 연속 C</a:t>
            </a:r>
            <a:endParaRPr lang="en-US" sz="1000" dirty="0">
              <a:solidFill>
                <a:srgbClr val="2B7BE0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53C777-A198-A6E0-7D20-C5D112C9ED00}"/>
              </a:ext>
            </a:extLst>
          </p:cNvPr>
          <p:cNvGrpSpPr/>
          <p:nvPr/>
        </p:nvGrpSpPr>
        <p:grpSpPr>
          <a:xfrm>
            <a:off x="6826649" y="2542032"/>
            <a:ext cx="684494" cy="1114697"/>
            <a:chOff x="6826649" y="2542032"/>
            <a:chExt cx="684494" cy="1114697"/>
          </a:xfrm>
        </p:grpSpPr>
        <p:sp>
          <p:nvSpPr>
            <p:cNvPr id="42" name="Text 40"/>
            <p:cNvSpPr/>
            <p:nvPr/>
          </p:nvSpPr>
          <p:spPr>
            <a:xfrm>
              <a:off x="6917436" y="2542032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A7A7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5회차</a:t>
              </a:r>
              <a:endParaRPr lang="en-US" sz="12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826649" y="2744070"/>
              <a:ext cx="684494" cy="912659"/>
            </a:xfrm>
            <a:prstGeom prst="rect">
              <a:avLst/>
            </a:prstGeom>
            <a:solidFill>
              <a:srgbClr val="2B7BE0"/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3000" dirty="0">
                  <a:solidFill>
                    <a:schemeClr val="bg1"/>
                  </a:solidFill>
                </a:rPr>
                <a:t>H</a:t>
              </a:r>
              <a:endParaRPr lang="ko-KR" altLang="en-US" sz="3000" dirty="0">
                <a:solidFill>
                  <a:schemeClr val="bg1"/>
                </a:solidFill>
              </a:endParaRPr>
            </a:p>
          </p:txBody>
        </p:sp>
      </p:grpSp>
      <p:sp>
        <p:nvSpPr>
          <p:cNvPr id="49" name="Text 47"/>
          <p:cNvSpPr/>
          <p:nvPr/>
        </p:nvSpPr>
        <p:spPr>
          <a:xfrm>
            <a:off x="591103" y="37947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591103" y="397764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7B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en-US" sz="3200" dirty="0">
              <a:solidFill>
                <a:srgbClr val="2B7BE0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591103" y="44074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5회차에 H로 확정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10</a:t>
            </a:r>
            <a:endParaRPr lang="en-US" sz="900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D7189E15-2B31-1F22-E7AB-FB5EA267CC28}"/>
              </a:ext>
            </a:extLst>
          </p:cNvPr>
          <p:cNvGrpSpPr/>
          <p:nvPr/>
        </p:nvGrpSpPr>
        <p:grpSpPr>
          <a:xfrm>
            <a:off x="1080954" y="2724912"/>
            <a:ext cx="502920" cy="749808"/>
            <a:chOff x="758952" y="2724912"/>
            <a:chExt cx="502920" cy="749808"/>
          </a:xfrm>
        </p:grpSpPr>
        <p:sp>
          <p:nvSpPr>
            <p:cNvPr id="75" name="Text 8">
              <a:extLst>
                <a:ext uri="{FF2B5EF4-FFF2-40B4-BE49-F238E27FC236}">
                  <a16:creationId xmlns:a16="http://schemas.microsoft.com/office/drawing/2014/main" id="{6B573F70-6903-068C-40F7-4D29BD159F71}"/>
                </a:ext>
              </a:extLst>
            </p:cNvPr>
            <p:cNvSpPr/>
            <p:nvPr/>
          </p:nvSpPr>
          <p:spPr>
            <a:xfrm>
              <a:off x="758952" y="2724912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4A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1회차</a:t>
              </a:r>
              <a:endParaRPr lang="en-US" sz="700" dirty="0"/>
            </a:p>
          </p:txBody>
        </p:sp>
        <p:sp>
          <p:nvSpPr>
            <p:cNvPr id="76" name="Shape 9">
              <a:extLst>
                <a:ext uri="{FF2B5EF4-FFF2-40B4-BE49-F238E27FC236}">
                  <a16:creationId xmlns:a16="http://schemas.microsoft.com/office/drawing/2014/main" id="{CC88773B-47B1-0BD1-926B-C85D9EF89E19}"/>
                </a:ext>
              </a:extLst>
            </p:cNvPr>
            <p:cNvSpPr/>
            <p:nvPr/>
          </p:nvSpPr>
          <p:spPr>
            <a:xfrm>
              <a:off x="804672" y="2926080"/>
              <a:ext cx="411480" cy="548640"/>
            </a:xfrm>
            <a:prstGeom prst="rect">
              <a:avLst/>
            </a:prstGeom>
            <a:solidFill>
              <a:srgbClr val="DC354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 10">
              <a:extLst>
                <a:ext uri="{FF2B5EF4-FFF2-40B4-BE49-F238E27FC236}">
                  <a16:creationId xmlns:a16="http://schemas.microsoft.com/office/drawing/2014/main" id="{F05FB67D-BF5B-8EFD-6873-354FDACF48EC}"/>
                </a:ext>
              </a:extLst>
            </p:cNvPr>
            <p:cNvSpPr/>
            <p:nvPr/>
          </p:nvSpPr>
          <p:spPr>
            <a:xfrm>
              <a:off x="804672" y="2926080"/>
              <a:ext cx="411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</a:t>
              </a:r>
              <a:endParaRPr lang="en-US" sz="2000" dirty="0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C4EDF8F-1AF8-F814-F0A4-CD652CAFFCC6}"/>
              </a:ext>
            </a:extLst>
          </p:cNvPr>
          <p:cNvGrpSpPr/>
          <p:nvPr/>
        </p:nvGrpSpPr>
        <p:grpSpPr>
          <a:xfrm>
            <a:off x="2517378" y="2724912"/>
            <a:ext cx="502920" cy="749808"/>
            <a:chOff x="1243584" y="2724912"/>
            <a:chExt cx="502920" cy="749808"/>
          </a:xfrm>
        </p:grpSpPr>
        <p:sp>
          <p:nvSpPr>
            <p:cNvPr id="79" name="Text 11">
              <a:extLst>
                <a:ext uri="{FF2B5EF4-FFF2-40B4-BE49-F238E27FC236}">
                  <a16:creationId xmlns:a16="http://schemas.microsoft.com/office/drawing/2014/main" id="{CDAA23CF-75A1-BD33-EF49-91A29C4CF061}"/>
                </a:ext>
              </a:extLst>
            </p:cNvPr>
            <p:cNvSpPr/>
            <p:nvPr/>
          </p:nvSpPr>
          <p:spPr>
            <a:xfrm>
              <a:off x="1243584" y="2724912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4A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2회차</a:t>
              </a:r>
              <a:endParaRPr lang="en-US" sz="700" dirty="0"/>
            </a:p>
          </p:txBody>
        </p:sp>
        <p:sp>
          <p:nvSpPr>
            <p:cNvPr id="80" name="Shape 12">
              <a:extLst>
                <a:ext uri="{FF2B5EF4-FFF2-40B4-BE49-F238E27FC236}">
                  <a16:creationId xmlns:a16="http://schemas.microsoft.com/office/drawing/2014/main" id="{DCCBD52F-6306-9BF8-56A7-8B590B6BE443}"/>
                </a:ext>
              </a:extLst>
            </p:cNvPr>
            <p:cNvSpPr/>
            <p:nvPr/>
          </p:nvSpPr>
          <p:spPr>
            <a:xfrm>
              <a:off x="1289304" y="2926080"/>
              <a:ext cx="411480" cy="548640"/>
            </a:xfrm>
            <a:prstGeom prst="rect">
              <a:avLst/>
            </a:prstGeom>
            <a:solidFill>
              <a:srgbClr val="DC354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Text 13">
              <a:extLst>
                <a:ext uri="{FF2B5EF4-FFF2-40B4-BE49-F238E27FC236}">
                  <a16:creationId xmlns:a16="http://schemas.microsoft.com/office/drawing/2014/main" id="{266271D6-A265-9901-4BFB-14061987C512}"/>
                </a:ext>
              </a:extLst>
            </p:cNvPr>
            <p:cNvSpPr/>
            <p:nvPr/>
          </p:nvSpPr>
          <p:spPr>
            <a:xfrm>
              <a:off x="1289304" y="2926080"/>
              <a:ext cx="411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</a:t>
              </a:r>
              <a:endParaRPr lang="en-US" sz="2000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880D2B6-5831-F0D5-6B57-4F016C900E7E}"/>
              </a:ext>
            </a:extLst>
          </p:cNvPr>
          <p:cNvGrpSpPr/>
          <p:nvPr/>
        </p:nvGrpSpPr>
        <p:grpSpPr>
          <a:xfrm>
            <a:off x="3953802" y="2724912"/>
            <a:ext cx="502920" cy="749808"/>
            <a:chOff x="1709928" y="2724912"/>
            <a:chExt cx="502920" cy="749808"/>
          </a:xfrm>
        </p:grpSpPr>
        <p:sp>
          <p:nvSpPr>
            <p:cNvPr id="83" name="Text 14">
              <a:extLst>
                <a:ext uri="{FF2B5EF4-FFF2-40B4-BE49-F238E27FC236}">
                  <a16:creationId xmlns:a16="http://schemas.microsoft.com/office/drawing/2014/main" id="{2AD5DD3B-8F6F-EA0F-E376-14DFB3B9ED3A}"/>
                </a:ext>
              </a:extLst>
            </p:cNvPr>
            <p:cNvSpPr/>
            <p:nvPr/>
          </p:nvSpPr>
          <p:spPr>
            <a:xfrm>
              <a:off x="1709928" y="2724912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4A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3회차</a:t>
              </a:r>
              <a:endParaRPr lang="en-US" sz="700" dirty="0"/>
            </a:p>
          </p:txBody>
        </p:sp>
        <p:sp>
          <p:nvSpPr>
            <p:cNvPr id="84" name="Shape 15">
              <a:extLst>
                <a:ext uri="{FF2B5EF4-FFF2-40B4-BE49-F238E27FC236}">
                  <a16:creationId xmlns:a16="http://schemas.microsoft.com/office/drawing/2014/main" id="{0FD59B9F-85B1-CD07-C4D5-3B77E1464754}"/>
                </a:ext>
              </a:extLst>
            </p:cNvPr>
            <p:cNvSpPr/>
            <p:nvPr/>
          </p:nvSpPr>
          <p:spPr>
            <a:xfrm>
              <a:off x="1755648" y="2926080"/>
              <a:ext cx="411480" cy="548640"/>
            </a:xfrm>
            <a:prstGeom prst="rect">
              <a:avLst/>
            </a:prstGeom>
            <a:solidFill>
              <a:srgbClr val="DC354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16">
              <a:extLst>
                <a:ext uri="{FF2B5EF4-FFF2-40B4-BE49-F238E27FC236}">
                  <a16:creationId xmlns:a16="http://schemas.microsoft.com/office/drawing/2014/main" id="{A4BCC40A-73EE-A44A-5BDC-20583CA2AA5A}"/>
                </a:ext>
              </a:extLst>
            </p:cNvPr>
            <p:cNvSpPr/>
            <p:nvPr/>
          </p:nvSpPr>
          <p:spPr>
            <a:xfrm>
              <a:off x="1755648" y="2926080"/>
              <a:ext cx="411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</a:t>
              </a:r>
              <a:endParaRPr lang="en-US" sz="2000" dirty="0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2103F3A8-EC8E-AA3C-BCAC-A515B90A206C}"/>
              </a:ext>
            </a:extLst>
          </p:cNvPr>
          <p:cNvGrpSpPr/>
          <p:nvPr/>
        </p:nvGrpSpPr>
        <p:grpSpPr>
          <a:xfrm>
            <a:off x="5390226" y="2724912"/>
            <a:ext cx="502920" cy="749808"/>
            <a:chOff x="1709928" y="2724912"/>
            <a:chExt cx="502920" cy="749808"/>
          </a:xfrm>
        </p:grpSpPr>
        <p:sp>
          <p:nvSpPr>
            <p:cNvPr id="87" name="Text 14">
              <a:extLst>
                <a:ext uri="{FF2B5EF4-FFF2-40B4-BE49-F238E27FC236}">
                  <a16:creationId xmlns:a16="http://schemas.microsoft.com/office/drawing/2014/main" id="{09403030-FFB2-59B2-C726-66F74834177F}"/>
                </a:ext>
              </a:extLst>
            </p:cNvPr>
            <p:cNvSpPr/>
            <p:nvPr/>
          </p:nvSpPr>
          <p:spPr>
            <a:xfrm>
              <a:off x="1709928" y="2724912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4A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4회차</a:t>
              </a:r>
              <a:endParaRPr lang="en-US" sz="700" dirty="0"/>
            </a:p>
          </p:txBody>
        </p:sp>
        <p:sp>
          <p:nvSpPr>
            <p:cNvPr id="88" name="Shape 15">
              <a:extLst>
                <a:ext uri="{FF2B5EF4-FFF2-40B4-BE49-F238E27FC236}">
                  <a16:creationId xmlns:a16="http://schemas.microsoft.com/office/drawing/2014/main" id="{DCE3DD71-E160-9D8D-F221-0CB8A5534284}"/>
                </a:ext>
              </a:extLst>
            </p:cNvPr>
            <p:cNvSpPr/>
            <p:nvPr/>
          </p:nvSpPr>
          <p:spPr>
            <a:xfrm>
              <a:off x="1755648" y="2926080"/>
              <a:ext cx="411480" cy="548640"/>
            </a:xfrm>
            <a:prstGeom prst="rect">
              <a:avLst/>
            </a:prstGeom>
            <a:solidFill>
              <a:srgbClr val="DC3545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Text 16">
              <a:extLst>
                <a:ext uri="{FF2B5EF4-FFF2-40B4-BE49-F238E27FC236}">
                  <a16:creationId xmlns:a16="http://schemas.microsoft.com/office/drawing/2014/main" id="{B8745D88-E80F-DC6E-9681-4A7E4D136E76}"/>
                </a:ext>
              </a:extLst>
            </p:cNvPr>
            <p:cNvSpPr/>
            <p:nvPr/>
          </p:nvSpPr>
          <p:spPr>
            <a:xfrm>
              <a:off x="1755648" y="2926080"/>
              <a:ext cx="411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A7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8D8D8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ESCAPE 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탈출은 이 방법뿐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194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유일한 방법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</a:t>
            </a:r>
            <a:r>
              <a:rPr lang="en-US" sz="2600" b="1" dirty="0" err="1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회차</a:t>
            </a:r>
            <a:r>
              <a:rPr lang="en-US" sz="26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</a:t>
            </a:r>
            <a:r>
              <a:rPr lang="ko-KR" altLang="en-US" sz="26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</a:t>
            </a:r>
            <a:r>
              <a:rPr lang="en-US" altLang="ko-KR" sz="26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26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계약 2개 달성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3063240"/>
            <a:ext cx="822960" cy="685800"/>
          </a:xfrm>
          <a:prstGeom prst="rect">
            <a:avLst/>
          </a:prstGeom>
          <a:solidFill>
            <a:srgbClr val="2B7B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20240" y="30632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377440" y="3063240"/>
            <a:ext cx="3108960" cy="68580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7744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2개 달성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30632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943600" y="3063240"/>
            <a:ext cx="822960" cy="685800"/>
          </a:xfrm>
          <a:prstGeom prst="rect">
            <a:avLst/>
          </a:prstGeom>
          <a:solidFill>
            <a:srgbClr val="2B7B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0" y="3063240"/>
            <a:ext cx="822960" cy="685800"/>
          </a:xfrm>
          <a:prstGeom prst="rect">
            <a:avLst/>
          </a:prstGeom>
          <a:solidFill>
            <a:srgbClr val="DC354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3749040" cy="640080"/>
          </a:xfrm>
          <a:prstGeom prst="rect">
            <a:avLst/>
          </a:prstGeom>
          <a:solidFill>
            <a:srgbClr val="5D5D5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월말 자동 리셋 없음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4160520"/>
            <a:ext cx="3749040" cy="64008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6344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DB 제외 · 재콜 DB만 분배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D9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spc="600">
                <a:solidFill>
                  <a:srgbClr val="F5B400"/>
                </a:solidFill>
                <a:latin typeface="맑은 고딕"/>
                <a:ea typeface="맑은 고딕"/>
              </a:rPr>
              <a:t>CANCEL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맑은 고딕"/>
                <a:ea typeface="맑은 고딕"/>
              </a:rPr>
              <a:t>취소를 반영합니다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5760" cy="36576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4A5568"/>
                </a:solidFill>
                <a:latin typeface="맑은 고딕"/>
                <a:ea typeface="맑은 고딕"/>
              </a:rPr>
              <a:t>이번 회차 취소 건수를 계약수에서 차감하여 순위를 산정합니다.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212080" cy="26517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212080" cy="73152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spc="400">
                <a:solidFill>
                  <a:srgbClr val="F5B400"/>
                </a:solidFill>
                <a:latin typeface="맑은 고딕"/>
                <a:ea typeface="맑은 고딕"/>
              </a:rPr>
              <a:t>취소수 산정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1A1A1A"/>
                </a:solidFill>
                <a:latin typeface="맑은 고딕"/>
                <a:ea typeface="맑은 고딕"/>
              </a:rPr>
              <a:t>최근 3개월 간 계약 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1A1A1A"/>
                </a:solidFill>
                <a:latin typeface="맑은 고딕"/>
                <a:ea typeface="맑은 고딕"/>
              </a:rPr>
              <a:t>이번 회차에 발생한 취소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4663440" cy="18288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spc="400">
                <a:solidFill>
                  <a:srgbClr val="8A94A6"/>
                </a:solidFill>
                <a:latin typeface="맑은 고딕"/>
                <a:ea typeface="맑은 고딕"/>
              </a:rPr>
              <a:t>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dirty="0" err="1">
                <a:solidFill>
                  <a:srgbClr val="4A5568"/>
                </a:solidFill>
                <a:latin typeface="맑은 고딕"/>
                <a:ea typeface="맑은 고딕"/>
              </a:rPr>
              <a:t>이번</a:t>
            </a:r>
            <a:r>
              <a:rPr sz="1300" b="0" dirty="0">
                <a:solidFill>
                  <a:srgbClr val="4A5568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4A5568"/>
                </a:solidFill>
                <a:latin typeface="맑은 고딕"/>
                <a:ea typeface="맑은 고딕"/>
              </a:rPr>
              <a:t>회차가</a:t>
            </a:r>
            <a:r>
              <a:rPr sz="1300" b="0" dirty="0">
                <a:solidFill>
                  <a:srgbClr val="4A5568"/>
                </a:solidFill>
                <a:latin typeface="맑은 고딕"/>
                <a:ea typeface="맑은 고딕"/>
              </a:rPr>
              <a:t> 4/21 ~ 4/23이면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69080"/>
            <a:ext cx="4663440" cy="365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4663440" cy="365760"/>
          </a:xfrm>
          <a:prstGeom prst="rect">
            <a:avLst/>
          </a:prstGeom>
          <a:noFill/>
        </p:spPr>
        <p:txBody>
          <a:bodyPr wrap="none" lIns="137160" tIns="0" bIns="0" anchor="ctr">
            <a:spAutoFit/>
          </a:bodyPr>
          <a:lstStyle/>
          <a:p>
            <a:r>
              <a:rPr sz="1000" b="1" spc="300">
                <a:solidFill>
                  <a:srgbClr val="F5B400"/>
                </a:solidFill>
                <a:latin typeface="맑은 고딕"/>
                <a:ea typeface="맑은 고딕"/>
              </a:rPr>
              <a:t>계약 범위  </a:t>
            </a: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1/22 ~ 4/23 중  </a:t>
            </a:r>
            <a:r>
              <a:rPr sz="1000" b="1" spc="300">
                <a:solidFill>
                  <a:srgbClr val="F5B400"/>
                </a:solidFill>
                <a:latin typeface="맑은 고딕"/>
                <a:ea typeface="맑은 고딕"/>
              </a:rPr>
              <a:t> 취소 발생  </a:t>
            </a: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4/21 ~ 4/23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920240"/>
            <a:ext cx="2926080" cy="2651760"/>
          </a:xfrm>
          <a:prstGeom prst="rect">
            <a:avLst/>
          </a:prstGeom>
          <a:solidFill>
            <a:srgbClr val="0F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21031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spc="400">
                <a:solidFill>
                  <a:srgbClr val="F5B400"/>
                </a:solidFill>
                <a:latin typeface="맑은 고딕"/>
                <a:ea typeface="맑은 고딕"/>
              </a:rPr>
              <a:t>순위 산정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68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계약수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7889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DC3545"/>
                </a:solidFill>
                <a:latin typeface="맑은 고딕"/>
                <a:ea typeface="맑은 고딕"/>
              </a:rPr>
              <a:t>－ 취소수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154680"/>
            <a:ext cx="2377440" cy="1828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3246120"/>
            <a:ext cx="2377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F5B400"/>
                </a:solidFill>
                <a:latin typeface="맑은 고딕"/>
                <a:ea typeface="맑은 고딕"/>
              </a:rPr>
              <a:t>= </a:t>
            </a:r>
            <a:r>
              <a:rPr sz="1400" b="1" dirty="0" err="1">
                <a:solidFill>
                  <a:srgbClr val="F5B400"/>
                </a:solidFill>
                <a:latin typeface="맑은 고딕"/>
                <a:ea typeface="맑은 고딕"/>
              </a:rPr>
              <a:t>취소</a:t>
            </a:r>
            <a:r>
              <a:rPr sz="1400" b="1" dirty="0">
                <a:solidFill>
                  <a:srgbClr val="F5B400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F5B400"/>
                </a:solidFill>
                <a:latin typeface="맑은 고딕"/>
                <a:ea typeface="맑은 고딕"/>
              </a:rPr>
              <a:t>반영</a:t>
            </a:r>
            <a:r>
              <a:rPr sz="1400" b="1" dirty="0">
                <a:solidFill>
                  <a:srgbClr val="F5B400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F5B400"/>
                </a:solidFill>
                <a:latin typeface="맑은 고딕"/>
                <a:ea typeface="맑은 고딕"/>
              </a:rPr>
              <a:t>계약수</a:t>
            </a:r>
            <a:r>
              <a:rPr lang="en-US" sz="1400" b="1" dirty="0">
                <a:solidFill>
                  <a:srgbClr val="F5B400"/>
                </a:solidFill>
                <a:latin typeface="맑은 고딕"/>
                <a:ea typeface="맑은 고딕"/>
              </a:rPr>
              <a:t> &amp; </a:t>
            </a:r>
            <a:r>
              <a:rPr lang="ko-KR" altLang="en-US" sz="1400" b="1" dirty="0" err="1">
                <a:solidFill>
                  <a:srgbClr val="F5B400"/>
                </a:solidFill>
                <a:latin typeface="맑은 고딕"/>
                <a:ea typeface="맑은 고딕"/>
              </a:rPr>
              <a:t>계약률</a:t>
            </a:r>
            <a:endParaRPr sz="1400" b="1" dirty="0">
              <a:solidFill>
                <a:srgbClr val="F5B400"/>
              </a:solidFill>
              <a:latin typeface="맑은 고딕"/>
              <a:ea typeface="맑은 고딕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35040" y="3749039"/>
            <a:ext cx="1371600" cy="347472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3749039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dirty="0" err="1">
                <a:solidFill>
                  <a:srgbClr val="1B2540"/>
                </a:solidFill>
                <a:latin typeface="맑은 고딕"/>
                <a:ea typeface="맑은 고딕"/>
              </a:rPr>
              <a:t>최우선</a:t>
            </a:r>
            <a:r>
              <a:rPr sz="1100" b="1" dirty="0">
                <a:solidFill>
                  <a:srgbClr val="1B2540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B2540"/>
                </a:solidFill>
                <a:latin typeface="맑은 고딕"/>
                <a:ea typeface="맑은 고딕"/>
              </a:rPr>
              <a:t>순위</a:t>
            </a:r>
            <a:endParaRPr sz="1100" b="1" dirty="0">
              <a:solidFill>
                <a:srgbClr val="1B2540"/>
              </a:solidFill>
              <a:latin typeface="맑은 고딕"/>
              <a:ea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35040" y="4206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B8C2D4"/>
                </a:solidFill>
                <a:latin typeface="맑은 고딕"/>
                <a:ea typeface="맑은 고딕"/>
              </a:rPr>
              <a:t>높을수록 상위 등급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 lIns="182880" tIns="0" rIns="182880" bIns="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</a:rPr>
              <a:t>!  </a:t>
            </a:r>
            <a:r>
              <a:rPr sz="1100" b="1" spc="300" dirty="0" err="1">
                <a:solidFill>
                  <a:srgbClr val="FFD4D8"/>
                </a:solidFill>
                <a:latin typeface="맑은 고딕"/>
                <a:ea typeface="맑은 고딕"/>
              </a:rPr>
              <a:t>주의</a:t>
            </a:r>
            <a:r>
              <a:rPr sz="1100" b="1" spc="300" dirty="0">
                <a:solidFill>
                  <a:srgbClr val="FFD4D8"/>
                </a:solidFill>
                <a:latin typeface="맑은 고딕"/>
                <a:ea typeface="맑은 고딕"/>
              </a:rPr>
              <a:t>   </a:t>
            </a:r>
            <a:r>
              <a:rPr sz="1200" b="1" dirty="0" err="1">
                <a:solidFill>
                  <a:srgbClr val="FFFFFF"/>
                </a:solidFill>
                <a:latin typeface="맑은 고딕"/>
                <a:ea typeface="맑은 고딕"/>
              </a:rPr>
              <a:t>취소수가</a:t>
            </a:r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  <a:ea typeface="맑은 고딕"/>
              </a:rPr>
              <a:t>계약수보다</a:t>
            </a:r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  <a:ea typeface="맑은 고딕"/>
              </a:rPr>
              <a:t>많으면</a:t>
            </a:r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  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(-)</a:t>
            </a:r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  <a:ea typeface="맑은 고딕"/>
              </a:rPr>
              <a:t>계약수</a:t>
            </a:r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 · (-) </a:t>
            </a:r>
            <a:r>
              <a:rPr sz="1200" b="1" dirty="0" err="1">
                <a:solidFill>
                  <a:srgbClr val="FFFFFF"/>
                </a:solidFill>
                <a:latin typeface="맑은 고딕"/>
                <a:ea typeface="맑은 고딕"/>
              </a:rPr>
              <a:t>계약률이</a:t>
            </a:r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맑은 고딕"/>
                <a:ea typeface="맑은 고딕"/>
              </a:rPr>
              <a:t>나올</a:t>
            </a:r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 수 </a:t>
            </a:r>
            <a:r>
              <a:rPr sz="1200" b="1" dirty="0" err="1">
                <a:solidFill>
                  <a:srgbClr val="FFFFFF"/>
                </a:solidFill>
                <a:latin typeface="맑은 고딕"/>
                <a:ea typeface="맑은 고딕"/>
              </a:rPr>
              <a:t>있습니다</a:t>
            </a:r>
            <a:endParaRPr sz="12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맑은 고딕"/>
                <a:ea typeface="맑은 고딕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순서로 줄세우나요?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동률이면</a:t>
            </a:r>
            <a:r>
              <a:rPr lang="en-US" sz="11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아래 항목 순으로 비교합니다.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0F182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20040" cy="320040"/>
          </a:xfrm>
          <a:prstGeom prst="ellipse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반영 </a:t>
            </a:r>
            <a:r>
              <a:rPr lang="en-US" sz="14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1984248"/>
            <a:ext cx="777240" cy="292608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0" y="19842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8229600" cy="50292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85800" y="2542032"/>
            <a:ext cx="320040" cy="320040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4505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반영 </a:t>
            </a:r>
            <a:r>
              <a:rPr lang="en-US" sz="1400" b="1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26664"/>
            <a:ext cx="8229600" cy="50292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5800" y="3118104"/>
            <a:ext cx="320040" cy="320040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5800" y="3118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02666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</a:t>
            </a:r>
            <a:r>
              <a:rPr lang="ko-KR" altLang="en-US" sz="1400" b="1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미반영</a:t>
            </a:r>
            <a:r>
              <a:rPr lang="ko-KR" alt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b="1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602736"/>
            <a:ext cx="8229600" cy="50292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5800" y="3694176"/>
            <a:ext cx="320040" cy="320040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5800" y="3694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60273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</a:t>
            </a:r>
            <a:r>
              <a:rPr lang="ko-KR" altLang="en-US" sz="1400" b="1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미반영</a:t>
            </a:r>
            <a:r>
              <a:rPr lang="ko-KR" alt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b="1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계약수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8229600" cy="50292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85800" y="4270248"/>
            <a:ext cx="320040" cy="320040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85800" y="4270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41788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10</a:t>
            </a:r>
            <a:endParaRPr lang="en-US" sz="900" dirty="0"/>
          </a:p>
        </p:txBody>
      </p:sp>
      <p:sp>
        <p:nvSpPr>
          <p:cNvPr id="12" name="Text 34">
            <a:extLst>
              <a:ext uri="{FF2B5EF4-FFF2-40B4-BE49-F238E27FC236}">
                <a16:creationId xmlns:a16="http://schemas.microsoft.com/office/drawing/2014/main" id="{232F6FEA-86C0-9C16-0439-D14CF93AFE2D}"/>
              </a:ext>
            </a:extLst>
          </p:cNvPr>
          <p:cNvSpPr/>
          <p:nvPr/>
        </p:nvSpPr>
        <p:spPr>
          <a:xfrm>
            <a:off x="457200" y="4742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휴가</a:t>
            </a:r>
            <a:r>
              <a:rPr lang="en-US" altLang="ko-KR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연차</a:t>
            </a:r>
            <a:r>
              <a:rPr lang="en-US" altLang="ko-KR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공가</a:t>
            </a:r>
            <a:r>
              <a:rPr lang="en-US" altLang="ko-KR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경조 등 한 </a:t>
            </a:r>
            <a:r>
              <a:rPr lang="ko-KR" altLang="en-US" sz="1100" b="1" dirty="0" err="1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회차에</a:t>
            </a:r>
            <a:r>
              <a:rPr lang="ko-KR" altLang="en-US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정당한 사유</a:t>
            </a:r>
            <a:r>
              <a:rPr lang="ko-KR" altLang="en-US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</a:t>
            </a:r>
            <a:r>
              <a:rPr lang="en-US" altLang="ko-KR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ko-KR" altLang="en-US" sz="1100" b="1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모두 미출근한</a:t>
            </a:r>
            <a:r>
              <a:rPr lang="ko-KR" altLang="en-US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경우</a:t>
            </a:r>
            <a:r>
              <a:rPr lang="en-US" altLang="ko-KR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직전 그룹</a:t>
            </a:r>
            <a:r>
              <a:rPr lang="ko-KR" altLang="en-US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반영됩니다</a:t>
            </a:r>
            <a:r>
              <a:rPr lang="en-US" altLang="ko-KR" sz="1100" b="1" dirty="0">
                <a:solidFill>
                  <a:srgbClr val="4269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00" b="1" dirty="0">
              <a:solidFill>
                <a:srgbClr val="4269B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PROMOTION</a:t>
            </a:r>
            <a:r>
              <a:rPr lang="ko-KR" alt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r>
              <a:rPr lang="en-US" altLang="ko-KR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1100" b="1" kern="0" spc="6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총계약수 1위는 한 단계 올라갑니다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등급 1위는 A 로, C </a:t>
            </a:r>
            <a:r>
              <a:rPr lang="ko-KR" altLang="en-US" sz="11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</a:t>
            </a:r>
            <a:r>
              <a:rPr lang="en-US" sz="11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1위는 B 로 승급합니다. (기준 : 총계약수)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13703"/>
            <a:ext cx="4023360" cy="457200"/>
          </a:xfrm>
          <a:prstGeom prst="rect">
            <a:avLst/>
          </a:prstGeom>
          <a:solidFill>
            <a:srgbClr val="4CAF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913703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 총계약수 1위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0903"/>
            <a:ext cx="4023360" cy="169164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736663"/>
            <a:ext cx="777240" cy="685800"/>
          </a:xfrm>
          <a:prstGeom prst="rect">
            <a:avLst/>
          </a:prstGeom>
          <a:solidFill>
            <a:srgbClr val="4CAF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736663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828800" y="2919543"/>
            <a:ext cx="502920" cy="32004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828800" y="2919543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68880" y="2736663"/>
            <a:ext cx="777240" cy="68580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468880" y="2736663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736663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71507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913703"/>
            <a:ext cx="4023360" cy="457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37760" y="1913703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 </a:t>
            </a:r>
            <a:r>
              <a:rPr lang="en-US" sz="14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총계약수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0903"/>
            <a:ext cx="4023360" cy="1691640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120640" y="2736663"/>
            <a:ext cx="777240" cy="6858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20640" y="2736663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035040" y="2919543"/>
            <a:ext cx="502920" cy="320040"/>
          </a:xfrm>
          <a:prstGeom prst="rect">
            <a:avLst/>
          </a:prstGeom>
          <a:solidFill>
            <a:srgbClr val="F5B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035040" y="2919543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75120" y="2736663"/>
            <a:ext cx="777240" cy="685800"/>
          </a:xfrm>
          <a:prstGeom prst="rect">
            <a:avLst/>
          </a:prstGeom>
          <a:solidFill>
            <a:srgbClr val="4CAF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675120" y="2736663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589520" y="2736663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513903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대상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371507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</a:rPr>
              <a:t>H</a:t>
            </a:r>
            <a:r>
              <a:rPr lang="ko-KR" alt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</a:rPr>
              <a:t> 탈출 인원 제외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3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731520"/>
            <a:ext cx="3657600" cy="3657600"/>
          </a:xfrm>
          <a:prstGeom prst="ellipse">
            <a:avLst/>
          </a:prstGeom>
          <a:solidFill>
            <a:srgbClr val="C42E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근태이슈 2회는 A 여도 강등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097280" cy="1097280"/>
          </a:xfrm>
          <a:prstGeom prst="rect">
            <a:avLst/>
          </a:prstGeom>
          <a:solidFill>
            <a:srgbClr val="AF26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914400" cy="91440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920240" y="16459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3017520" y="2011680"/>
            <a:ext cx="6858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86200" y="16459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FD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강등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749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근태이슈 2회 이상 시 · 예외 없음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B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근태이슈 해당 사례 ( 5가지만 해당 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" y="3337560"/>
            <a:ext cx="1572768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0624" y="3337560"/>
            <a:ext cx="1572768" cy="73152"/>
          </a:xfrm>
          <a:prstGeom prst="rect">
            <a:avLst/>
          </a:prstGeom>
          <a:solidFill>
            <a:srgbClr val="1B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7784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" y="3749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지각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103120" y="3337560"/>
            <a:ext cx="1572768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103120" y="3337560"/>
            <a:ext cx="1572768" cy="73152"/>
          </a:xfrm>
          <a:prstGeom prst="rect">
            <a:avLst/>
          </a:prstGeom>
          <a:solidFill>
            <a:srgbClr val="1B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24028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3749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 결근</a:t>
            </a:r>
            <a:endParaRPr lang="en-US" sz="2200" b="1" dirty="0"/>
          </a:p>
        </p:txBody>
      </p:sp>
      <p:sp>
        <p:nvSpPr>
          <p:cNvPr id="24" name="Shape 22"/>
          <p:cNvSpPr/>
          <p:nvPr/>
        </p:nvSpPr>
        <p:spPr>
          <a:xfrm>
            <a:off x="3785616" y="3337560"/>
            <a:ext cx="1572768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785616" y="3337560"/>
            <a:ext cx="1572768" cy="73152"/>
          </a:xfrm>
          <a:prstGeom prst="rect">
            <a:avLst/>
          </a:prstGeom>
          <a:solidFill>
            <a:srgbClr val="1B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922776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85616" y="3749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결근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68112" y="3337560"/>
            <a:ext cx="1572768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68112" y="3337560"/>
            <a:ext cx="1572768" cy="73152"/>
          </a:xfrm>
          <a:prstGeom prst="rect">
            <a:avLst/>
          </a:prstGeom>
          <a:solidFill>
            <a:srgbClr val="1B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05272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68112" y="3749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결근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150608" y="3337560"/>
            <a:ext cx="1572768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150608" y="3337560"/>
            <a:ext cx="1572768" cy="73152"/>
          </a:xfrm>
          <a:prstGeom prst="rect">
            <a:avLst/>
          </a:prstGeom>
          <a:solidFill>
            <a:srgbClr val="1B25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287768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50608" y="3749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조퇴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 · 공휴일 제외  ·  </a:t>
            </a:r>
            <a:r>
              <a:rPr lang="en-US" sz="1100" b="1" dirty="0" err="1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공휴일</a:t>
            </a:r>
            <a:r>
              <a:rPr lang="en-US" sz="1100" b="1" dirty="0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r>
              <a:rPr lang="en-US" sz="1100" b="1" dirty="0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</a:t>
            </a:r>
            <a:r>
              <a:rPr lang="en-US" sz="1100" b="1" dirty="0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00" b="1" dirty="0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CMS </a:t>
            </a:r>
            <a:r>
              <a:rPr lang="en-US" altLang="ko-KR" sz="1100" b="1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2-8 </a:t>
            </a:r>
            <a:r>
              <a:rPr lang="ko-KR" altLang="en-US" sz="1100" b="1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 기준</a:t>
            </a:r>
            <a:endParaRPr lang="en-US" sz="1100" b="1" dirty="0"/>
          </a:p>
        </p:txBody>
      </p:sp>
      <p:sp>
        <p:nvSpPr>
          <p:cNvPr id="37" name="Text 35"/>
          <p:cNvSpPr/>
          <p:nvPr/>
        </p:nvSpPr>
        <p:spPr>
          <a:xfrm>
            <a:off x="8229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538</Words>
  <Application>Microsoft Office PowerPoint</Application>
  <PresentationFormat>화면 슬라이드 쇼(16:9)</PresentationFormat>
  <Paragraphs>163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차등 등급 체계 안내</dc:title>
  <dc:subject>PptxGenJS Presentation</dc:subject>
  <dc:creator>PptxGenJS</dc:creator>
  <cp:lastModifiedBy>Bobin Jung</cp:lastModifiedBy>
  <cp:revision>1</cp:revision>
  <dcterms:created xsi:type="dcterms:W3CDTF">2026-04-22T08:31:04Z</dcterms:created>
  <dcterms:modified xsi:type="dcterms:W3CDTF">2026-04-27T02:53:52Z</dcterms:modified>
</cp:coreProperties>
</file>